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7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B83550-D615-882A-8091-2356F2EDD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804CCC6-92BA-1498-82E1-870398E6A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866131-5C77-1FD5-28D5-5742EA0F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2F8B-AE7F-449D-AF42-1D4C7F5D3F4D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A08C1E-47E3-9838-3026-C2A185B91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02C779-E0F0-13B5-E22B-E4B8DC7E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53B7-08D9-4411-B7A3-4F4559E088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3312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77EC46-0021-3412-37FA-4DD955A44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1C900C-256F-6AF0-088B-E4DBB9C8C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32882B-2194-D5BD-0717-245A52D7F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2F8B-AE7F-449D-AF42-1D4C7F5D3F4D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7FCF7C-7264-D3E5-DCD4-0962D4EF2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80960F-3DB9-1ADB-F0C5-E83C1942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53B7-08D9-4411-B7A3-4F4559E088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1114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850618-DFEE-0C92-CC30-D4AB16003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9F41D6-E668-3339-6F87-38B25F7BA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DA9090-8654-A5AD-AF7A-1FF12F68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2F8B-AE7F-449D-AF42-1D4C7F5D3F4D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4D8CA0-BA50-01EE-0614-37559CC73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F6C47D-A6AF-FD3C-B961-7078F6B04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53B7-08D9-4411-B7A3-4F4559E088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0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D7ADA4-9696-15AD-93C0-FACB9413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C92335-0AE7-4DD9-5DF9-006B98A601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FE06FC-E3FB-FFC7-C3BC-12CA3C676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41641A-AC47-BC7F-AD45-D6E5F7C0C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2F8B-AE7F-449D-AF42-1D4C7F5D3F4D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5E6B5F-7BF7-F135-64C1-1E3BC994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6588C5-18BB-619A-0D4C-A53251D2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53B7-08D9-4411-B7A3-4F4559E088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496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8C5FF3-4B32-5312-3FB0-CC9967BE5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319A59-40E9-687C-7B88-DC855592E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8A00E2-079B-D2F0-E755-55C41763F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9DE7879-0C39-08F5-EC4B-DAEA84DAE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83703DB-0DBF-78FF-C016-07EC50AE9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86ACE6A-CB3A-4D41-41A0-D946181EF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2F8B-AE7F-449D-AF42-1D4C7F5D3F4D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29281EA-CFBF-35EA-A572-03A92C746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7DC36A4-1050-3634-5E94-46688B8E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53B7-08D9-4411-B7A3-4F4559E088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57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D14AAD-66A1-19F3-8F00-111A5ABD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A366B18-AACC-EF61-8557-EC6E5A57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2F8B-AE7F-449D-AF42-1D4C7F5D3F4D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FA33295-7D0F-030E-223B-57171C89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4CDD5AF-5D2A-0E9A-FC4D-CD5B458AE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53B7-08D9-4411-B7A3-4F4559E088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582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BAD2764-A203-CEF9-72D6-DFE991AD7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2F8B-AE7F-449D-AF42-1D4C7F5D3F4D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F99E0C8-410C-D7E0-7D1E-0D2DB2C9D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94755A-FE05-F663-8685-BBF60917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53B7-08D9-4411-B7A3-4F4559E088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3614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1C3BBC-1213-1043-6F9E-4ADF3DD9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96A3FA-B3F5-2F0A-F1CC-7A8FA3FF8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44F786-B447-2962-6CD9-97246B383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F2D1ED-C948-0E31-FBE1-3A8190816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2F8B-AE7F-449D-AF42-1D4C7F5D3F4D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F51168-C2F3-90A8-A3AF-B4D0AD34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6B5C8C-A369-32B0-AF72-17E3126A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53B7-08D9-4411-B7A3-4F4559E088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586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F77EAF-C5E7-1A27-865A-BB521000C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A2212B-6609-8CA9-0F0F-163E0289A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27327D-4662-4AEF-EC4A-57AA0C787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9A4E9D-D3C2-79F1-B7D1-C8C2CDE5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2F8B-AE7F-449D-AF42-1D4C7F5D3F4D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7BD0C1-6B1A-B510-923A-DE2599484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354B9A-90D1-65F3-23FC-2C4183BB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53B7-08D9-4411-B7A3-4F4559E088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67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E0702B-C1DB-C3CB-1E45-76ABEDD65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24FC4C3-4FD1-1A53-9B8F-73A0C90C3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077BA4-5E2A-0FBB-13C9-8BEEE36AB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2F8B-AE7F-449D-AF42-1D4C7F5D3F4D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F4BFEA-0B6C-C133-5208-D8894DFC4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0CD329-9F4C-E6FC-7400-F45DAC57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53B7-08D9-4411-B7A3-4F4559E088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2917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1D1DA24-2659-EECE-FC7E-B0727090F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C94957C-C4A5-6D0D-88E8-6D117DFB5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265AF9-124E-87B4-2BF6-9425D72E5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2F8B-AE7F-449D-AF42-1D4C7F5D3F4D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621FEC-1157-9386-05FC-E987429F3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E927C9-D1C6-812B-4EE6-DA401882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53B7-08D9-4411-B7A3-4F4559E088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984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561914B-8A7C-33DF-28B5-D75428B85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049614-AF7F-8A92-110C-2F3F034DC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D758AA-C534-4B05-4A0A-AC617165D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B2F8B-AE7F-449D-AF42-1D4C7F5D3F4D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1C7868-23EF-DF7F-20D1-C94623368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C2BA0D-C622-BDDF-D586-37D7951C5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653B7-08D9-4411-B7A3-4F4559E088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49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5DCDC12-C0F2-E78B-BC2E-E9C80438D90E}"/>
              </a:ext>
            </a:extLst>
          </p:cNvPr>
          <p:cNvSpPr/>
          <p:nvPr/>
        </p:nvSpPr>
        <p:spPr>
          <a:xfrm>
            <a:off x="971383" y="905969"/>
            <a:ext cx="7966477" cy="55691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39DC120-606F-3726-D776-1CFF169F15B9}"/>
              </a:ext>
            </a:extLst>
          </p:cNvPr>
          <p:cNvSpPr/>
          <p:nvPr/>
        </p:nvSpPr>
        <p:spPr>
          <a:xfrm>
            <a:off x="1521890" y="1615097"/>
            <a:ext cx="5291702" cy="46267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4E7DFA-884B-DAF0-DA29-2B4277114E6C}"/>
              </a:ext>
            </a:extLst>
          </p:cNvPr>
          <p:cNvSpPr txBox="1"/>
          <p:nvPr/>
        </p:nvSpPr>
        <p:spPr>
          <a:xfrm>
            <a:off x="1027624" y="1075867"/>
            <a:ext cx="158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Web</a:t>
            </a:r>
            <a:r>
              <a:rPr lang="ja-JP" altLang="en-US" dirty="0"/>
              <a:t>ブラウザ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5BAAD35-489A-8849-EECE-F7DC2174FD4A}"/>
              </a:ext>
            </a:extLst>
          </p:cNvPr>
          <p:cNvSpPr txBox="1"/>
          <p:nvPr/>
        </p:nvSpPr>
        <p:spPr>
          <a:xfrm>
            <a:off x="1820469" y="196966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連番画像表示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12B1F3B-E01F-035C-3818-3A0F6C2C4F54}"/>
              </a:ext>
            </a:extLst>
          </p:cNvPr>
          <p:cNvSpPr/>
          <p:nvPr/>
        </p:nvSpPr>
        <p:spPr>
          <a:xfrm>
            <a:off x="7112171" y="1615097"/>
            <a:ext cx="1559457" cy="31077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9B82827-ACB2-3C3D-516C-D972C0BACC98}"/>
              </a:ext>
            </a:extLst>
          </p:cNvPr>
          <p:cNvSpPr txBox="1"/>
          <p:nvPr/>
        </p:nvSpPr>
        <p:spPr>
          <a:xfrm>
            <a:off x="7154776" y="1682359"/>
            <a:ext cx="147652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ja-JP" altLang="en-US" sz="900" dirty="0"/>
              <a:t>隠し処理効果画像</a:t>
            </a:r>
            <a:br>
              <a:rPr lang="en-US" altLang="ja-JP" sz="900" dirty="0"/>
            </a:br>
            <a:r>
              <a:rPr lang="ja-JP" altLang="en-US" sz="900" dirty="0"/>
              <a:t>パレット（画像ボタン）</a:t>
            </a:r>
            <a:endParaRPr kumimoji="1" lang="ja-JP" altLang="en-US" sz="9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1B1BC29-1616-E68C-9136-30E8777AD3A5}"/>
              </a:ext>
            </a:extLst>
          </p:cNvPr>
          <p:cNvSpPr/>
          <p:nvPr/>
        </p:nvSpPr>
        <p:spPr>
          <a:xfrm>
            <a:off x="7245288" y="2099694"/>
            <a:ext cx="1271190" cy="690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D1F208D-BA4C-0138-C30A-ACAFDBE00CE0}"/>
              </a:ext>
            </a:extLst>
          </p:cNvPr>
          <p:cNvSpPr/>
          <p:nvPr/>
        </p:nvSpPr>
        <p:spPr>
          <a:xfrm>
            <a:off x="7245288" y="2961448"/>
            <a:ext cx="1271190" cy="690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5626150-5E7E-C380-6BFA-546A1C4272FA}"/>
              </a:ext>
            </a:extLst>
          </p:cNvPr>
          <p:cNvSpPr/>
          <p:nvPr/>
        </p:nvSpPr>
        <p:spPr>
          <a:xfrm>
            <a:off x="7245288" y="3842138"/>
            <a:ext cx="1271190" cy="690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0DA32DF-8576-7F49-9550-FFBB0E7BE235}"/>
              </a:ext>
            </a:extLst>
          </p:cNvPr>
          <p:cNvSpPr txBox="1"/>
          <p:nvPr/>
        </p:nvSpPr>
        <p:spPr>
          <a:xfrm>
            <a:off x="7388283" y="2360663"/>
            <a:ext cx="974885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白ボカシ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8876F8-28CA-B927-55D6-5A5FCAE5188A}"/>
              </a:ext>
            </a:extLst>
          </p:cNvPr>
          <p:cNvSpPr txBox="1"/>
          <p:nvPr/>
        </p:nvSpPr>
        <p:spPr>
          <a:xfrm>
            <a:off x="7338615" y="3202593"/>
            <a:ext cx="111788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白塗りつぶし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FDD3C1D-8C32-D289-653D-E349EBB5E0AE}"/>
              </a:ext>
            </a:extLst>
          </p:cNvPr>
          <p:cNvSpPr txBox="1"/>
          <p:nvPr/>
        </p:nvSpPr>
        <p:spPr>
          <a:xfrm>
            <a:off x="7322863" y="4064347"/>
            <a:ext cx="93501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ほか候補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5F9313-CC66-4211-9B06-A9BEEE068798}"/>
              </a:ext>
            </a:extLst>
          </p:cNvPr>
          <p:cNvSpPr/>
          <p:nvPr/>
        </p:nvSpPr>
        <p:spPr>
          <a:xfrm>
            <a:off x="7154776" y="5383330"/>
            <a:ext cx="1559456" cy="3916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E2F635B-E198-3A32-40F1-6D7312224B49}"/>
              </a:ext>
            </a:extLst>
          </p:cNvPr>
          <p:cNvSpPr txBox="1"/>
          <p:nvPr/>
        </p:nvSpPr>
        <p:spPr>
          <a:xfrm>
            <a:off x="7245288" y="5456033"/>
            <a:ext cx="12112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処理</a:t>
            </a:r>
            <a:r>
              <a:rPr kumimoji="1" lang="en-US" altLang="ja-JP" sz="1000" dirty="0"/>
              <a:t>OK</a:t>
            </a:r>
            <a:r>
              <a:rPr kumimoji="1" lang="ja-JP" altLang="en-US" sz="1000" dirty="0"/>
              <a:t>、次へ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F8FD796-5B45-077C-F3CA-20EDD1DAE3B2}"/>
              </a:ext>
            </a:extLst>
          </p:cNvPr>
          <p:cNvSpPr/>
          <p:nvPr/>
        </p:nvSpPr>
        <p:spPr>
          <a:xfrm>
            <a:off x="7154776" y="5850264"/>
            <a:ext cx="1559456" cy="3916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AE9C690-DD7A-CEC9-DFE4-CB1EE5301776}"/>
              </a:ext>
            </a:extLst>
          </p:cNvPr>
          <p:cNvSpPr txBox="1"/>
          <p:nvPr/>
        </p:nvSpPr>
        <p:spPr>
          <a:xfrm>
            <a:off x="7245288" y="5922967"/>
            <a:ext cx="93501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終了</a:t>
            </a:r>
          </a:p>
        </p:txBody>
      </p:sp>
      <p:pic>
        <p:nvPicPr>
          <p:cNvPr id="20" name="グラフィックス 19" descr="開いたフォルダー 枠線">
            <a:extLst>
              <a:ext uri="{FF2B5EF4-FFF2-40B4-BE49-F238E27FC236}">
                <a16:creationId xmlns:a16="http://schemas.microsoft.com/office/drawing/2014/main" id="{15BD9F8A-1864-945C-9AE8-167B1849C1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2842" y="1749300"/>
            <a:ext cx="589693" cy="589693"/>
          </a:xfrm>
          <a:prstGeom prst="rect">
            <a:avLst/>
          </a:prstGeom>
        </p:spPr>
      </p:pic>
      <p:sp>
        <p:nvSpPr>
          <p:cNvPr id="24" name="四角形: メモ 23">
            <a:extLst>
              <a:ext uri="{FF2B5EF4-FFF2-40B4-BE49-F238E27FC236}">
                <a16:creationId xmlns:a16="http://schemas.microsoft.com/office/drawing/2014/main" id="{19F7124E-D3C7-F2AF-9400-B5CE6108B377}"/>
              </a:ext>
            </a:extLst>
          </p:cNvPr>
          <p:cNvSpPr/>
          <p:nvPr/>
        </p:nvSpPr>
        <p:spPr>
          <a:xfrm>
            <a:off x="11011778" y="2349517"/>
            <a:ext cx="227819" cy="268512"/>
          </a:xfrm>
          <a:prstGeom prst="foldedCorner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D51B23FE-66BB-0AF6-883C-78A2E9632B33}"/>
              </a:ext>
            </a:extLst>
          </p:cNvPr>
          <p:cNvCxnSpPr>
            <a:cxnSpLocks/>
          </p:cNvCxnSpPr>
          <p:nvPr/>
        </p:nvCxnSpPr>
        <p:spPr>
          <a:xfrm>
            <a:off x="10477688" y="2507713"/>
            <a:ext cx="43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F3F9D76B-5580-D95D-1944-77CB5EF4A04F}"/>
              </a:ext>
            </a:extLst>
          </p:cNvPr>
          <p:cNvCxnSpPr>
            <a:cxnSpLocks/>
          </p:cNvCxnSpPr>
          <p:nvPr/>
        </p:nvCxnSpPr>
        <p:spPr>
          <a:xfrm flipV="1">
            <a:off x="10477688" y="2324726"/>
            <a:ext cx="0" cy="9932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A6C46002-B4F6-4043-A49F-4E24D9D0FEA7}"/>
              </a:ext>
            </a:extLst>
          </p:cNvPr>
          <p:cNvCxnSpPr>
            <a:cxnSpLocks/>
          </p:cNvCxnSpPr>
          <p:nvPr/>
        </p:nvCxnSpPr>
        <p:spPr>
          <a:xfrm>
            <a:off x="10477688" y="2821358"/>
            <a:ext cx="43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9FC4FE17-BF83-4F6C-E978-07684581BDD8}"/>
              </a:ext>
            </a:extLst>
          </p:cNvPr>
          <p:cNvCxnSpPr>
            <a:cxnSpLocks/>
          </p:cNvCxnSpPr>
          <p:nvPr/>
        </p:nvCxnSpPr>
        <p:spPr>
          <a:xfrm>
            <a:off x="10477688" y="3124573"/>
            <a:ext cx="43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四角形: メモ 28">
            <a:extLst>
              <a:ext uri="{FF2B5EF4-FFF2-40B4-BE49-F238E27FC236}">
                <a16:creationId xmlns:a16="http://schemas.microsoft.com/office/drawing/2014/main" id="{F238D68E-86BE-FD23-468C-A0B0C8623201}"/>
              </a:ext>
            </a:extLst>
          </p:cNvPr>
          <p:cNvSpPr/>
          <p:nvPr/>
        </p:nvSpPr>
        <p:spPr>
          <a:xfrm>
            <a:off x="11011778" y="2687102"/>
            <a:ext cx="227819" cy="268512"/>
          </a:xfrm>
          <a:prstGeom prst="foldedCorner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四角形: メモ 29">
            <a:extLst>
              <a:ext uri="{FF2B5EF4-FFF2-40B4-BE49-F238E27FC236}">
                <a16:creationId xmlns:a16="http://schemas.microsoft.com/office/drawing/2014/main" id="{B44CCE67-72D0-D202-0CB0-79C2C5DBF41C}"/>
              </a:ext>
            </a:extLst>
          </p:cNvPr>
          <p:cNvSpPr/>
          <p:nvPr/>
        </p:nvSpPr>
        <p:spPr>
          <a:xfrm>
            <a:off x="11011778" y="3057191"/>
            <a:ext cx="227819" cy="268512"/>
          </a:xfrm>
          <a:prstGeom prst="foldedCorner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字幕 2">
            <a:extLst>
              <a:ext uri="{FF2B5EF4-FFF2-40B4-BE49-F238E27FC236}">
                <a16:creationId xmlns:a16="http://schemas.microsoft.com/office/drawing/2014/main" id="{E55D2F50-F0CA-C0DC-FFF3-4C941DAB940B}"/>
              </a:ext>
            </a:extLst>
          </p:cNvPr>
          <p:cNvSpPr txBox="1">
            <a:spLocks/>
          </p:cNvSpPr>
          <p:nvPr/>
        </p:nvSpPr>
        <p:spPr>
          <a:xfrm>
            <a:off x="10909688" y="3491746"/>
            <a:ext cx="721671" cy="3976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1200" b="1" dirty="0"/>
              <a:t>・</a:t>
            </a:r>
            <a:br>
              <a:rPr lang="en-US" altLang="ja-JP" sz="1200" b="1" dirty="0"/>
            </a:br>
            <a:r>
              <a:rPr lang="ja-JP" altLang="en-US" sz="1200" b="1" dirty="0"/>
              <a:t>・</a:t>
            </a:r>
            <a:endParaRPr lang="en-US" altLang="ja-JP" sz="1200" b="1" dirty="0"/>
          </a:p>
          <a:p>
            <a:pPr algn="l"/>
            <a:endParaRPr lang="ja-JP" altLang="en-US" sz="1200" b="1" dirty="0"/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3903AD5-82C7-7BAA-321F-EBE4E869D450}"/>
              </a:ext>
            </a:extLst>
          </p:cNvPr>
          <p:cNvCxnSpPr>
            <a:cxnSpLocks/>
          </p:cNvCxnSpPr>
          <p:nvPr/>
        </p:nvCxnSpPr>
        <p:spPr>
          <a:xfrm flipH="1" flipV="1">
            <a:off x="5582260" y="2035767"/>
            <a:ext cx="5533606" cy="415765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2477BA0D-393A-8765-86BA-07320D0C0AE9}"/>
              </a:ext>
            </a:extLst>
          </p:cNvPr>
          <p:cNvSpPr txBox="1"/>
          <p:nvPr/>
        </p:nvSpPr>
        <p:spPr>
          <a:xfrm>
            <a:off x="10121717" y="1504870"/>
            <a:ext cx="142611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対象画像フォルダ</a:t>
            </a:r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E2D1E1F0-83AB-7F8A-338C-1FFB0719957A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456495" y="2821358"/>
            <a:ext cx="2555283" cy="2789646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978F419-0CDF-C0D1-57A5-3F3AA003BFDC}"/>
              </a:ext>
            </a:extLst>
          </p:cNvPr>
          <p:cNvSpPr txBox="1"/>
          <p:nvPr/>
        </p:nvSpPr>
        <p:spPr>
          <a:xfrm>
            <a:off x="3187329" y="2736208"/>
            <a:ext cx="269382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000" dirty="0">
                <a:solidFill>
                  <a:srgbClr val="FF0000"/>
                </a:solidFill>
              </a:rPr>
              <a:t>①　表示画像の中の対象地点をクリック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3C1AA042-A8B2-7867-C1FF-C4651D9F4400}"/>
              </a:ext>
            </a:extLst>
          </p:cNvPr>
          <p:cNvSpPr txBox="1"/>
          <p:nvPr/>
        </p:nvSpPr>
        <p:spPr>
          <a:xfrm>
            <a:off x="7388283" y="4753853"/>
            <a:ext cx="1476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>
                <a:solidFill>
                  <a:srgbClr val="FF0000"/>
                </a:solidFill>
              </a:rPr>
              <a:t>②　隠し効果を選択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D971CF01-B0F6-27F0-F17E-D0374F3DE797}"/>
              </a:ext>
            </a:extLst>
          </p:cNvPr>
          <p:cNvSpPr txBox="1"/>
          <p:nvPr/>
        </p:nvSpPr>
        <p:spPr>
          <a:xfrm>
            <a:off x="4216359" y="5000074"/>
            <a:ext cx="2318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>
                <a:solidFill>
                  <a:srgbClr val="FF0000"/>
                </a:solidFill>
              </a:rPr>
              <a:t>③　②で指定の隠し効果を</a:t>
            </a:r>
            <a:br>
              <a:rPr kumimoji="1" lang="en-US" altLang="ja-JP" sz="1000" dirty="0">
                <a:solidFill>
                  <a:srgbClr val="FF0000"/>
                </a:solidFill>
              </a:rPr>
            </a:br>
            <a:r>
              <a:rPr kumimoji="1" lang="ja-JP" altLang="en-US" sz="1000" dirty="0">
                <a:solidFill>
                  <a:srgbClr val="FF0000"/>
                </a:solidFill>
              </a:rPr>
              <a:t>　　対象地点上に表示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F2FCCB1C-CE8C-BAB8-51C4-A0B842B388C1}"/>
              </a:ext>
            </a:extLst>
          </p:cNvPr>
          <p:cNvCxnSpPr>
            <a:cxnSpLocks/>
          </p:cNvCxnSpPr>
          <p:nvPr/>
        </p:nvCxnSpPr>
        <p:spPr>
          <a:xfrm>
            <a:off x="5770633" y="5335743"/>
            <a:ext cx="1291545" cy="234339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473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62</Words>
  <Application>Microsoft Office PowerPoint</Application>
  <PresentationFormat>ワイド画面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Kawakubo,Tomoki CR/RMG</dc:creator>
  <cp:lastModifiedBy>Kawakubo,Tomoki CR/RMG</cp:lastModifiedBy>
  <cp:revision>11</cp:revision>
  <dcterms:created xsi:type="dcterms:W3CDTF">2026-09-11T02:03:12Z</dcterms:created>
  <dcterms:modified xsi:type="dcterms:W3CDTF">2026-09-11T02:21:07Z</dcterms:modified>
</cp:coreProperties>
</file>